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57" r:id="rId7"/>
    <p:sldId id="258" r:id="rId8"/>
    <p:sldId id="259" r:id="rId9"/>
    <p:sldId id="264" r:id="rId10"/>
    <p:sldId id="265" r:id="rId11"/>
    <p:sldId id="266" r:id="rId12"/>
    <p:sldId id="268" r:id="rId13"/>
    <p:sldId id="267" r:id="rId14"/>
    <p:sldId id="269" r:id="rId15"/>
  </p:sldIdLst>
  <p:sldSz cx="12192000" cy="6858000"/>
  <p:notesSz cx="6858000" cy="9144000"/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7436D-7276-7174-75AF-F96AE51EA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82E5FB-CCA1-F517-A655-C6A0B4BBA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26B50-D936-A2DD-F1B4-681F2090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D457B-A50B-9225-F3F9-B523FBC14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8DA13-814B-4655-8AE2-A2FE39592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589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EB91-64C7-74F9-2874-A9E35063C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7467A-E08F-CCAF-E325-40BB4292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09EC8-063D-8F9E-0C82-924463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9279C-1809-6199-0792-5D0C5B3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70567-9A1E-87B6-388A-71DD780A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299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FEFF0-DF58-EF41-2EB8-0DA659239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052BB-E81B-F70C-AAB6-74832A5B9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BE9C8-3B2D-B677-0423-172F8E3C4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39EF4-A199-45C4-AC22-590C72AD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34B2-3B2C-6530-56B3-55E52C4CD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03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B33D1-35F3-3467-E7E9-DEE64573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3805A-4E83-0A0D-4DC0-1A047E5725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78CD0-68AE-F458-28A4-388C6676E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9830D-104E-70EB-663C-D328FE99B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F1AAA-4A78-3783-7890-D88CF448B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4D22C-4A19-3D6F-43E3-538BCBF4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F17E-6179-FE65-4914-39F7D9726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B68D9-DDA2-7302-A5E4-B42669EBC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6DDA1-CC2B-753F-701D-F477D76CB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BEB98-30DA-A89E-9CE0-8EADFC82B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FEE3E0-2775-D1BB-50C6-ED0CD1FC99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5F7298-AB41-CC41-2B4F-C8B674E21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198BD-6F5A-CFE8-0D6C-D84D75D1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D005D3-D0A2-A93B-3DEB-31A95EA4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51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25A-C1BC-92DB-03E2-CF6E53E30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2513D1-A343-DC4D-A36A-F2762CE4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F471A-4ABC-AE2C-F280-7656D91D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D669BC-A0BB-83F7-A2D7-375B8DEB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52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1B4343-89ED-C15E-43B5-0E5EA4736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0F6C9-1AAC-D389-EAAF-6C10D01A9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34EDF-FC75-0EA1-D72D-43429442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43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DF6CC-8F8D-EF86-4048-7C163A97C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C4BB5-C8F2-6277-A47C-38B48D62E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A48F74-1170-98BC-D35A-2E0B002B0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3FDC60-8A9E-137C-0784-A262D12B8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7EBD3-0F16-1A26-2288-5F3B89AB2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FBE8B-20B0-12C8-66ED-FA4F73F5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753F4-B8DC-061F-0F3A-BC4F8BD8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7C2BDF-9F79-71E5-E3D1-7F304DDC8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B15C9-3986-F22E-3EDA-A6AD07501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775E1-F7C1-2FAB-C945-373111C9B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C1582F-F5DB-E6AD-2BFB-BFCECABAA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E72A-B6A7-658A-B3AF-9EC7F055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B2A8-611B-B6A4-24AA-86CAF9E66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0B7B5-354B-B649-9D2B-0CB38AB7D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EB09F-F5BC-0940-6674-7617CDF27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8CAD1-6452-9BA2-330D-6066CE91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B4FF6-70A8-DCD4-F070-FC7E8BC7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6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DD6DD0-EBEC-8D8E-28B0-81590FEDA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FD34-F265-5D7A-C1D7-72EA329C8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0B88C-3D10-A5CD-777C-A8F9DD947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85DFF-C8DC-B212-06C6-4FE8AE8FA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780E-AD23-BAF8-4175-F0702C19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528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DEA4A-1F0D-78C6-2994-162AD3EA5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4EDD4-E653-DD6F-20E4-FB0856F29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85F20-A112-7549-6452-0061692763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DE4A9-078E-D646-AE8E-B01AC47AB6E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93756-18F3-9F8A-E54E-D791B086C9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7CE48-33A3-13E4-9800-B1B463E96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02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85D90-E481-2CC1-9955-847BEC79BD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Policy Index and 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E8167B-8D63-D035-CEAC-3E823B925E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17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765-70F3-7085-B5F9-9F1A552F3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OECD Policy Stringency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C3D1-AD8D-6F6C-996F-BCD6F391E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with info for ~40 countries.</a:t>
            </a:r>
          </a:p>
          <a:p>
            <a:r>
              <a:rPr lang="en-US" dirty="0"/>
              <a:t>Policy stringency is measured from 0-6.</a:t>
            </a:r>
          </a:p>
          <a:p>
            <a:r>
              <a:rPr lang="en-US" dirty="0"/>
              <a:t>No relevant signal to predict total emissions.</a:t>
            </a:r>
          </a:p>
          <a:p>
            <a:r>
              <a:rPr lang="en-US" dirty="0"/>
              <a:t>Base Error: 1.637</a:t>
            </a:r>
          </a:p>
          <a:p>
            <a:r>
              <a:rPr lang="en-US" dirty="0"/>
              <a:t>With Policy Error: 1.635</a:t>
            </a:r>
          </a:p>
        </p:txBody>
      </p:sp>
    </p:spTree>
    <p:extLst>
      <p:ext uri="{BB962C8B-B14F-4D97-AF65-F5344CB8AC3E}">
        <p14:creationId xmlns:p14="http://schemas.microsoft.com/office/powerpoint/2010/main" val="17253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C2EF-7519-4F80-C443-542422136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IEA Policy Stock x Governance Estimate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F62306-AB75-AFF0-1492-407620467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790" y="1609284"/>
            <a:ext cx="5789700" cy="36394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A272C2-662A-9819-F475-1CDE939E5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9283"/>
            <a:ext cx="5809735" cy="36394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9750A2-FB74-7CE9-F12D-31804749CE6D}"/>
              </a:ext>
            </a:extLst>
          </p:cNvPr>
          <p:cNvSpPr txBox="1"/>
          <p:nvPr/>
        </p:nvSpPr>
        <p:spPr>
          <a:xfrm>
            <a:off x="672751" y="5894174"/>
            <a:ext cx="5998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Also, a very poor signal and does not have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1543584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AEC5C-C8A6-5CF7-7B17-FF1AA2534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Relevant Predictors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988FCA4-1504-805B-038E-103A1CFC1C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9999" y="1825625"/>
            <a:ext cx="1045200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72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B8DC1-E65A-95FF-AC4B-0BF9F521E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70D917-B368-FC42-3360-41037E9F9A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199" y="3062319"/>
            <a:ext cx="11343602" cy="1919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3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F5676-D5F4-5A00-E152-5A40B87FE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 Distribution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A0EE2D-0738-34C5-EA43-109320F5AB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4497"/>
            <a:ext cx="10515600" cy="433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130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11F9A-81C5-9E4A-A041-0228A84C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USA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F1C7E4C-7CD1-E2EB-D774-3EC0B654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7212" y="1962593"/>
            <a:ext cx="6813346" cy="48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213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73C7-54F4-04A7-FA6C-8C476980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UGA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F2EE68-6C10-CE0C-E9AC-3084AE943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852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F1672-1516-6368-8D55-CBE2B47FA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FRA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E738F0C-6407-90A1-5C04-B645334358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5760" y="1825625"/>
            <a:ext cx="606048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6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94DA4-CF89-5B0E-8DEA-C302EC013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MEX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4FADB4D-2C70-3730-ACF1-550DE31DF8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3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34BC6-5725-DDB5-4328-C950E66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 Predictions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B394944-E39D-F3CD-E4B1-F3F0C09ADD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6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A70F-91F6-3294-8810-A1D92119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Feb 9th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D71F0-8B82-205B-FBD4-21072A57A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87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36930-E61C-054D-56C3-9E3E0A45A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187A2D-B3EF-1295-F79E-897A90E08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055940"/>
            <a:ext cx="10515600" cy="189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923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868281-61EE-0710-07E9-35EC45FD4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Most Important Features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2617C02-693C-19FB-DF18-C6E0639B0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64A1D3-3D5B-8622-2363-07E01A376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640080"/>
            <a:ext cx="557784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066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88</Words>
  <Application>Microsoft Macintosh PowerPoint</Application>
  <PresentationFormat>Widescreen</PresentationFormat>
  <Paragraphs>20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Policy Index and Model Evaluation</vt:lpstr>
      <vt:lpstr>OECD Policy Stringency Index</vt:lpstr>
      <vt:lpstr>IEA Policy Stock x Governance Estimate</vt:lpstr>
      <vt:lpstr>Most Relevant Predictors</vt:lpstr>
      <vt:lpstr>Model Evaluation</vt:lpstr>
      <vt:lpstr>Errors Distribution</vt:lpstr>
      <vt:lpstr>ARIMA Projections USA</vt:lpstr>
      <vt:lpstr>ARIMA Projections UGA</vt:lpstr>
      <vt:lpstr>ARIMA Projections FRA</vt:lpstr>
      <vt:lpstr>ARIMA Projections MEX</vt:lpstr>
      <vt:lpstr>Emission Predictions</vt:lpstr>
      <vt:lpstr>Update Feb 9th</vt:lpstr>
      <vt:lpstr>Model Evaluation</vt:lpstr>
      <vt:lpstr>Most Important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Antonio Robledo Lara</dc:creator>
  <cp:lastModifiedBy>Juan Antonio Robledo Lara</cp:lastModifiedBy>
  <cp:revision>2</cp:revision>
  <dcterms:created xsi:type="dcterms:W3CDTF">2026-01-23T19:32:47Z</dcterms:created>
  <dcterms:modified xsi:type="dcterms:W3CDTF">2026-02-10T01:07:34Z</dcterms:modified>
</cp:coreProperties>
</file>