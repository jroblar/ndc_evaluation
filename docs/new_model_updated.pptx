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0" r:id="rId3"/>
    <p:sldId id="261" r:id="rId4"/>
    <p:sldId id="262" r:id="rId5"/>
    <p:sldId id="263" r:id="rId6"/>
    <p:sldId id="257" r:id="rId7"/>
    <p:sldId id="258" r:id="rId8"/>
    <p:sldId id="259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MX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1"/>
    <p:restoredTop sz="94694"/>
  </p:normalViewPr>
  <p:slideViewPr>
    <p:cSldViewPr snapToGrid="0">
      <p:cViewPr varScale="1">
        <p:scale>
          <a:sx n="121" d="100"/>
          <a:sy n="121" d="100"/>
        </p:scale>
        <p:origin x="74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77436D-7276-7174-75AF-F96AE51EA4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D82E5FB-CCA1-F517-A655-C6A0B4BBA0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026B50-D936-A2DD-F1B4-681F2090BF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DE4A9-078E-D646-AE8E-B01AC47AB6EA}" type="datetimeFigureOut">
              <a:rPr lang="en-US" smtClean="0"/>
              <a:t>1/23/26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BD457B-A50B-9225-F3F9-B523FBC148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88DA13-814B-4655-8AE2-A2FE395922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49415C-1D0E-494D-BC68-4F94618071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35897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39EB91-64C7-74F9-2874-A9E35063C1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87467A-E08F-CCAF-E325-40BB4292D1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D09EC8-063D-8F9E-0C82-9244639A28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DE4A9-078E-D646-AE8E-B01AC47AB6EA}" type="datetimeFigureOut">
              <a:rPr lang="en-US" smtClean="0"/>
              <a:t>1/23/26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09279C-1809-6199-0792-5D0C5B3FE7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770567-9A1E-87B6-388A-71DD780AC0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49415C-1D0E-494D-BC68-4F94618071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72993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DFEFF0-DF58-EF41-2EB8-0DA6592392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4052BB-E81B-F70C-AAB6-74832A5B9E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1BE9C8-3B2D-B677-0423-172F8E3C48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DE4A9-078E-D646-AE8E-B01AC47AB6EA}" type="datetimeFigureOut">
              <a:rPr lang="en-US" smtClean="0"/>
              <a:t>1/23/26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D39EF4-A199-45C4-AC22-590C72AD0B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9434B2-3B2C-6530-56B3-55E52C4CDA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49415C-1D0E-494D-BC68-4F94618071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21032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CB33D1-35F3-3467-E7E9-DEE64573B8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83805A-4E83-0A0D-4DC0-1A047E57255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9078CD0-68AE-F458-28A4-388C6676E2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E9830D-104E-70EB-663C-D328FE99B2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DE4A9-078E-D646-AE8E-B01AC47AB6EA}" type="datetimeFigureOut">
              <a:rPr lang="en-US" smtClean="0"/>
              <a:t>1/23/26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3F1AAA-4A78-3783-7890-D88CF448B5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24D22C-4A19-3D6F-43E3-538BCBF498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49415C-1D0E-494D-BC68-4F94618071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4410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47F17E-6179-FE65-4914-39F7D9726B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07B68D9-DDA2-7302-A5E4-B42669EBCC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66DDA1-CC2B-753F-701D-F477D76CB7C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64BEB98-30DA-A89E-9CE0-8EADFC82B84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0FEE3E0-2775-D1BB-50C6-ED0CD1FC997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95F7298-AB41-CC41-2B4F-C8B674E212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DE4A9-078E-D646-AE8E-B01AC47AB6EA}" type="datetimeFigureOut">
              <a:rPr lang="en-US" smtClean="0"/>
              <a:t>1/23/26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90198BD-6F5A-CFE8-0D6C-D84D75D14F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DD005D3-D0A2-A93B-3DEB-31A95EA42E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49415C-1D0E-494D-BC68-4F94618071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95124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9DE25A-C1BC-92DB-03E2-CF6E53E305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92513D1-A343-DC4D-A36A-F2762CE4D5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DE4A9-078E-D646-AE8E-B01AC47AB6EA}" type="datetimeFigureOut">
              <a:rPr lang="en-US" smtClean="0"/>
              <a:t>1/23/26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D1F471A-4ABC-AE2C-F280-7656D91D7D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ED669BC-A0BB-83F7-A2D7-375B8DEB69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49415C-1D0E-494D-BC68-4F94618071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73525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91B4343-89ED-C15E-43B5-0E5EA4736E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DE4A9-078E-D646-AE8E-B01AC47AB6EA}" type="datetimeFigureOut">
              <a:rPr lang="en-US" smtClean="0"/>
              <a:t>1/23/26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D60F6C9-1AAC-D389-EAAF-6C10D01A97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A34EDF-FC75-0EA1-D72D-43429442DD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49415C-1D0E-494D-BC68-4F94618071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24350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3DF6CC-8F8D-EF86-4048-7C163A97CA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6C4BB5-C8F2-6277-A47C-38B48D62E0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7A48F74-1170-98BC-D35A-2E0B002B0E4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43FDC60-8A9E-137C-0784-A262D12B81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DE4A9-078E-D646-AE8E-B01AC47AB6EA}" type="datetimeFigureOut">
              <a:rPr lang="en-US" smtClean="0"/>
              <a:t>1/23/26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77EBD3-0F16-1A26-2288-5F3B89AB2A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99FBE8B-20B0-12C8-66ED-FA4F73F55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49415C-1D0E-494D-BC68-4F94618071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63038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5753F4-B8DC-061F-0F3A-BC4F8BD80A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C7C2BDF-9F79-71E5-E3D1-7F304DDC8C1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0B15C9-3986-F22E-3EDA-A6AD07501CE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DA775E1-F7C1-2FAB-C945-373111C9B2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DE4A9-078E-D646-AE8E-B01AC47AB6EA}" type="datetimeFigureOut">
              <a:rPr lang="en-US" smtClean="0"/>
              <a:t>1/23/26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3C1582F-F5DB-E6AD-2BFB-BFCECABAAA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8BE72A-B6A7-658A-B3AF-9EC7F05577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49415C-1D0E-494D-BC68-4F94618071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18356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BB2A8-611B-B6A4-24AA-86CAF9E667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B40B7B5-354B-B649-9D2B-0CB38AB7DF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EEB09F-F5BC-0940-6674-7617CDF27F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DE4A9-078E-D646-AE8E-B01AC47AB6EA}" type="datetimeFigureOut">
              <a:rPr lang="en-US" smtClean="0"/>
              <a:t>1/23/26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48CAD1-6452-9BA2-330D-6066CE9165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9B4FF6-70A8-DCD4-F070-FC7E8BC71A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49415C-1D0E-494D-BC68-4F94618071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11691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4DD6DD0-EBEC-8D8E-28B0-81590FEDA07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AD6FD34-F265-5D7A-C1D7-72EA329C88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80B88C-3D10-A5CD-777C-A8F9DD9473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DE4A9-078E-D646-AE8E-B01AC47AB6EA}" type="datetimeFigureOut">
              <a:rPr lang="en-US" smtClean="0"/>
              <a:t>1/23/26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585DFF-C8DC-B212-06C6-4FE8AE8FA6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E2780E-AD23-BAF8-4175-F0702C1939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49415C-1D0E-494D-BC68-4F94618071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85285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77DEA4A-1F0D-78C6-2994-162AD3EA5A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4EDD4-E653-DD6F-20E4-FB0856F29F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785F20-A112-7549-6452-0061692763D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45DE4A9-078E-D646-AE8E-B01AC47AB6EA}" type="datetimeFigureOut">
              <a:rPr lang="en-US" smtClean="0"/>
              <a:t>1/23/26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C93756-18F3-9F8A-E54E-D791B086C9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27CE48-33A3-13E4-9800-B1B463E96A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A49415C-1D0E-494D-BC68-4F94618071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88026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MX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585D90-E481-2CC1-9955-847BEC79BD7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Policy Index and Model Evaluation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E8167B-8D63-D035-CEAC-3E823B925ED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57175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9DB765-70F3-7085-B5F9-9F1A552F3D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OECD Policy Stringency Index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1DC3D1-AD8D-6F6C-996F-BCD6F391E2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Database with info for ~40 countries.</a:t>
            </a:r>
          </a:p>
          <a:p>
            <a:r>
              <a:rPr lang="en-US" dirty="0"/>
              <a:t>Policy stringency is measured from 0-6.</a:t>
            </a:r>
          </a:p>
          <a:p>
            <a:r>
              <a:rPr lang="en-US" dirty="0"/>
              <a:t>No relevant signal to predict total emissions.</a:t>
            </a:r>
          </a:p>
          <a:p>
            <a:r>
              <a:rPr lang="en-US" dirty="0"/>
              <a:t>Base Error: 1.637</a:t>
            </a:r>
          </a:p>
          <a:p>
            <a:r>
              <a:rPr lang="en-US" dirty="0"/>
              <a:t>With Policy Error: 1.635</a:t>
            </a:r>
          </a:p>
        </p:txBody>
      </p:sp>
    </p:spTree>
    <p:extLst>
      <p:ext uri="{BB962C8B-B14F-4D97-AF65-F5344CB8AC3E}">
        <p14:creationId xmlns:p14="http://schemas.microsoft.com/office/powerpoint/2010/main" val="17253634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D0C2EF-7519-4F80-C443-542422136B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IEA Policy Stock x Governance Estimate</a:t>
            </a:r>
            <a:endParaRPr lang="en-US" dirty="0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48F62306-AB75-AFF0-1492-40762046753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8790" y="1609284"/>
            <a:ext cx="5789700" cy="363943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1A272C2-662A-9819-F475-1CDE939E52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609283"/>
            <a:ext cx="5809735" cy="363943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79750A2-FB74-7CE9-F12D-31804749CE6D}"/>
              </a:ext>
            </a:extLst>
          </p:cNvPr>
          <p:cNvSpPr txBox="1"/>
          <p:nvPr/>
        </p:nvSpPr>
        <p:spPr>
          <a:xfrm>
            <a:off x="672751" y="5894174"/>
            <a:ext cx="59982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Also, a very poor signal and does not have predictive power</a:t>
            </a:r>
          </a:p>
        </p:txBody>
      </p:sp>
    </p:spTree>
    <p:extLst>
      <p:ext uri="{BB962C8B-B14F-4D97-AF65-F5344CB8AC3E}">
        <p14:creationId xmlns:p14="http://schemas.microsoft.com/office/powerpoint/2010/main" val="15435840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1AEC5C-C8A6-5CF7-7B17-FF1AA2534F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Most Relevant Predictors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9988FCA4-1504-805B-038E-103A1CFC1CD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69999" y="1825625"/>
            <a:ext cx="10452001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43721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1B8DC1-E65A-95FF-AC4B-0BF9F521EE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Evaluation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1070D917-B368-FC42-3360-41037E9F9AB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24199" y="3062319"/>
            <a:ext cx="11343602" cy="19193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03049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3F5676-D5F4-5A00-E152-5A40B87FE2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Errors Distribution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2BA0EE2D-0738-34C5-EA43-109320F5AB1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834497"/>
            <a:ext cx="10515600" cy="4333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71300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811F9A-81C5-9E4A-A041-0228A84CB4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ARIMA Projections USA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7F1C7E4C-7CD1-E2EB-D774-3EC0B6542D2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397212" y="1962593"/>
            <a:ext cx="6813346" cy="48954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62138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C373C7-54F4-04A7-FA6C-8C4769801C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ARIMA Projections UGA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8DF2EE68-6C10-CE0C-E9AC-3084AE9431F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067940" y="1825625"/>
            <a:ext cx="6056120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68520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CF1672-1516-6368-8D55-CBE2B47FA9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ARIMA Projections FRA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AE738F0C-6407-90A1-5C04-B6453343585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065760" y="1825625"/>
            <a:ext cx="6060480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67667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D94DA4-CF89-5B0E-8DEA-C302EC0134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ARIMA Projections MEX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B4FADB4D-2C70-3730-ACF1-550DE31DF8B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067940" y="1825625"/>
            <a:ext cx="6056120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77334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434BC6-5725-DDB5-4328-C950E669F5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Emission Predictions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AB394944-E39D-F3CD-E4B1-F3F0C09ADD5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067940" y="1825625"/>
            <a:ext cx="6056120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37666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80</Words>
  <Application>Microsoft Macintosh PowerPoint</Application>
  <PresentationFormat>Widescreen</PresentationFormat>
  <Paragraphs>17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Aptos</vt:lpstr>
      <vt:lpstr>Aptos Display</vt:lpstr>
      <vt:lpstr>Arial</vt:lpstr>
      <vt:lpstr>Office Theme</vt:lpstr>
      <vt:lpstr>Policy Index and Model Evaluation</vt:lpstr>
      <vt:lpstr>OECD Policy Stringency Index</vt:lpstr>
      <vt:lpstr>IEA Policy Stock x Governance Estimate</vt:lpstr>
      <vt:lpstr>Most Relevant Predictors</vt:lpstr>
      <vt:lpstr>Model Evaluation</vt:lpstr>
      <vt:lpstr>Errors Distribution</vt:lpstr>
      <vt:lpstr>ARIMA Projections USA</vt:lpstr>
      <vt:lpstr>ARIMA Projections UGA</vt:lpstr>
      <vt:lpstr>ARIMA Projections FRA</vt:lpstr>
      <vt:lpstr>ARIMA Projections MEX</vt:lpstr>
      <vt:lpstr>Emission Predictions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Juan Antonio Robledo Lara</dc:creator>
  <cp:lastModifiedBy>Juan Antonio Robledo Lara</cp:lastModifiedBy>
  <cp:revision>1</cp:revision>
  <dcterms:created xsi:type="dcterms:W3CDTF">2026-01-23T19:32:47Z</dcterms:created>
  <dcterms:modified xsi:type="dcterms:W3CDTF">2026-01-23T19:46:21Z</dcterms:modified>
</cp:coreProperties>
</file>